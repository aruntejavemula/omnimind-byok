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327648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3601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OmniMind BYOK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4231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Key — Cross-Platform AI Chat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2971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· Dart · Riverpod · 18+ AI Providers · macOS · Windows · Linux · Web · iOS · Android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39496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Arun Teja Vemula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OmniMind BYOK?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1430000" cy="11887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premium cross-platform AI chat app where users bring their own API keys.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calls go directly from the Flutter client to OpenAI, Anthropic, Gemini, and 15+ other providers.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middleman, no data collection, no server in the critical path.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143000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240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AI apps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required, server proxies every request, data stored centrally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383280"/>
            <a:ext cx="1143000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474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OmniMind BYOK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3840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keys, your models, your data — direct device-to-provider API calls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07B39"/>
          </a:solidFill>
          <a:ln/>
        </p:spPr>
      </p:sp>
      <p:sp>
        <p:nvSpPr>
          <p:cNvPr id="16" name="Text 14"/>
          <p:cNvSpPr/>
          <p:nvPr/>
        </p:nvSpPr>
        <p:spPr>
          <a:xfrm>
            <a:off x="1920240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E07B39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957E5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58368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957E5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0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138160" y="4663440"/>
            <a:ext cx="1463040" cy="256032"/>
          </a:xfrm>
          <a:prstGeom prst="roundRect">
            <a:avLst>
              <a:gd name="adj" fmla="val 17857"/>
            </a:avLst>
          </a:prstGeom>
          <a:solidFill>
            <a:srgbClr val="8957E5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0" y="4663440"/>
            <a:ext cx="1463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22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96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AI Providers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207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OpenAI, Anthropic, Gemini, Groq, Mistral, DeepSeek, Kimi, Ollama, OpenRouter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822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822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896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Calls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63640" y="1207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calls providers directly — no proxy server in the critical path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965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39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Key Storage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350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— OS-level encryption, never logged or synced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1965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965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039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350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macOS, Windows, Linux, Web, iOS, Android from a single Flutter codebase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08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182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3493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Gallery, Docs, Web Search, GitHub, Notion, Gmail via + menu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108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108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182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Supabase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63640" y="3493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auth and encrypted sync — API keys never reach the cloud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51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251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25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48640" y="4636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Cream/Persian-orange design, Lottie splash, Shimmer loading, Google Fonts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425196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425196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432511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Onboarding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263640" y="463600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setup: keys, providers, models, preferences, sync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1430000" cy="42062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005840"/>
            <a:ext cx="10972800" cy="594360"/>
          </a:xfrm>
          <a:prstGeom prst="rect">
            <a:avLst/>
          </a:prstGeom>
          <a:solidFill>
            <a:srgbClr val="E07B39"/>
          </a:solidFill>
          <a:ln w="3810">
            <a:solidFill>
              <a:srgbClr val="E07B3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05156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App (Dart)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· Windows · Linux · Web · iOS · Android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40080" y="1600200"/>
            <a:ext cx="10972800" cy="411480"/>
          </a:xfrm>
          <a:prstGeom prst="rect">
            <a:avLst/>
          </a:prstGeom>
          <a:solidFill>
            <a:srgbClr val="161B22"/>
          </a:solidFill>
          <a:ln w="3810">
            <a:solidFill>
              <a:srgbClr val="E07B3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16459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State + go_router + Dio HTTP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10972800" cy="594360"/>
          </a:xfrm>
          <a:prstGeom prst="rect">
            <a:avLst/>
          </a:prstGeom>
          <a:solidFill>
            <a:srgbClr val="8957E5"/>
          </a:solidFill>
          <a:ln w="381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3172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(local device)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60604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encryption — Keychain / Keystore / DPAPI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017520"/>
            <a:ext cx="10972800" cy="594360"/>
          </a:xfrm>
          <a:prstGeom prst="rect">
            <a:avLst/>
          </a:prstGeom>
          <a:solidFill>
            <a:srgbClr val="2EA043"/>
          </a:solidFill>
          <a:ln w="3810">
            <a:solidFill>
              <a:srgbClr val="E07B3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06324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Providers (direct HTTPS, user's own key)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" y="333756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Anthropic · Gemini · Groq · Mistral · DeepSeek · Kimi · Ollama · OpenRouter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794760"/>
            <a:ext cx="10972800" cy="594360"/>
          </a:xfrm>
          <a:prstGeom prst="rect">
            <a:avLst/>
          </a:prstGeom>
          <a:solidFill>
            <a:srgbClr val="58A6FF"/>
          </a:solidFill>
          <a:ln w="3810">
            <a:solidFill>
              <a:srgbClr val="E07B3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3840480"/>
            <a:ext cx="10607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Supabase (auth + sync) · Railway Python 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114800"/>
            <a:ext cx="10607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via dart-define flags — not in default path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11430000" cy="40233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4183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91840" y="9418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3.x, Dart 3.8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289304"/>
            <a:ext cx="1143000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624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Mgmt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91840" y="136245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2.x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709928"/>
            <a:ext cx="11430000" cy="40233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83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91840" y="178308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go_router 14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130552"/>
            <a:ext cx="1143000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2037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Client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91840" y="22037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Dio 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551176"/>
            <a:ext cx="11430000" cy="40233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62432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Storage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62432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9 (OS-level encryption)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71800"/>
            <a:ext cx="1143000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0449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/ Sync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91840" y="304495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Flutter 2 (optional)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392424"/>
            <a:ext cx="11430000" cy="40233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346557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91840" y="3465576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 3, Shimmer 3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813048"/>
            <a:ext cx="1143000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886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Fonts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91840" y="3886200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Fonts, flutter_markdown, webview_flutter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233672"/>
            <a:ext cx="11430000" cy="40233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430682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/ Media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91840" y="430682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file_picker, image_picker, path_provider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654296"/>
            <a:ext cx="11430000" cy="40233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47274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4727448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permission_handler 11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65760" y="5074920"/>
            <a:ext cx="11430000" cy="402336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51480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Backend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291840" y="514807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(FastAPI), Railway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Provider Integration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914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17520" y="914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Style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0" y="91440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316736"/>
            <a:ext cx="11430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408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017520" y="140817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0" y="14081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GPT-4o, GPT-4, GPT-3.5, o1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810512"/>
            <a:ext cx="11430000" cy="4572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19019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17520" y="19019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9019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3.5 Sonnet, Opus, Haiku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304288"/>
            <a:ext cx="11430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957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239572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239572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1.5 Pro, Flash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2798064"/>
            <a:ext cx="11430000" cy="4572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8895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017520" y="288950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288950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3, Mixtral, Gemma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291840"/>
            <a:ext cx="11430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17520" y="3383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REST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3383280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Large, Small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785616"/>
            <a:ext cx="11430000" cy="4572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87705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017520" y="387705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00800" y="38770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 V3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279392"/>
            <a:ext cx="11430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548640" y="437083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Kimi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017520" y="4370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OpenAI-compatible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00800" y="43708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Moonshot models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65760" y="4773168"/>
            <a:ext cx="11430000" cy="457200"/>
          </a:xfrm>
          <a:prstGeom prst="rect">
            <a:avLst/>
          </a:prstGeom>
          <a:solidFill>
            <a:srgbClr val="1C2128"/>
          </a:solidFill>
          <a:ln/>
        </p:spPr>
      </p:sp>
      <p:sp>
        <p:nvSpPr>
          <p:cNvPr id="38" name="Text 36"/>
          <p:cNvSpPr/>
          <p:nvPr/>
        </p:nvSpPr>
        <p:spPr>
          <a:xfrm>
            <a:off x="548640" y="486460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017520" y="4864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REST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0" y="4864608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local model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365760" y="5266944"/>
            <a:ext cx="1143000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5358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017520" y="535838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gateway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00800" y="5358384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models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143000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+ menu in the chat composer injects contextual data directly into the AI conversation.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54864" cy="9144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29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221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" y="24780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capture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80760" y="187452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874520"/>
            <a:ext cx="54864" cy="9144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92938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63640" y="22219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image_picker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63640" y="247802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library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88036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880360"/>
            <a:ext cx="54864" cy="91440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2935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file_picker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48640" y="348386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file type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080760" y="288036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2880360"/>
            <a:ext cx="54864" cy="91440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24" name="Text 22"/>
          <p:cNvSpPr/>
          <p:nvPr/>
        </p:nvSpPr>
        <p:spPr>
          <a:xfrm>
            <a:off x="6263640" y="29352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63640" y="32278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dialog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63640" y="348386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Attaches URL to chat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88620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65760" y="3886200"/>
            <a:ext cx="54864" cy="91440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29" name="Text 27"/>
          <p:cNvSpPr/>
          <p:nvPr/>
        </p:nvSpPr>
        <p:spPr>
          <a:xfrm>
            <a:off x="548640" y="3941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233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DuckDuckGo API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48640" y="448970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required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080760" y="388620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80760" y="3886200"/>
            <a:ext cx="54864" cy="91440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9410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42336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Search API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263640" y="448970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rate-limit token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89204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892040"/>
            <a:ext cx="54864" cy="914400"/>
          </a:xfrm>
          <a:prstGeom prst="rect">
            <a:avLst/>
          </a:prstGeom>
          <a:solidFill>
            <a:srgbClr val="F09060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946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48640" y="5239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Notion Search API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48640" y="54955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required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080760" y="4892040"/>
            <a:ext cx="5394960" cy="91440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80760" y="4892040"/>
            <a:ext cx="54864" cy="91440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494690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63640" y="52395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Messages API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263640" y="5495544"/>
            <a:ext cx="5029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token required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Model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73152" cy="73152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32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Storage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25272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flutter_secure_storage — OS-level encryption (Keychain / Keystore / DPAPI)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64208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664208"/>
            <a:ext cx="73152" cy="73152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7282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2048256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HTTPS from device to provider — no custom proxy server intercepts traffic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459736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459736"/>
            <a:ext cx="73152" cy="73152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5237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Logging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843784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are never printed, serialized to logs, or included in error reports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255264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55264"/>
            <a:ext cx="73152" cy="7315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192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Isolation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3639312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schema intentionally excludes all key fields — no sync of credentials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4050792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050792"/>
            <a:ext cx="73152" cy="731520"/>
          </a:xfrm>
          <a:prstGeom prst="rect">
            <a:avLst/>
          </a:prstGeom>
          <a:solidFill>
            <a:srgbClr val="F0906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1148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 Gating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0080" y="44348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gallery, and file access require explicit runtime permissions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4846320"/>
            <a:ext cx="11430000" cy="73152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846320"/>
            <a:ext cx="73152" cy="731520"/>
          </a:xfrm>
          <a:prstGeom prst="rect">
            <a:avLst/>
          </a:prstGeom>
          <a:solidFill>
            <a:srgbClr val="8B949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910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Sync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5230368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 and sync enabled only via dart-define flags — off by default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22960"/>
            <a:ext cx="11430000" cy="7772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68680"/>
            <a:ext cx="10972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Flutter codebase. Six platforms. All product logic in lib/ — platform folders contain only shell config and permissions.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737360"/>
            <a:ext cx="539496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176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AppKit wrapper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4505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 (flutter_secure_storage)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737360"/>
            <a:ext cx="539496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63640" y="1828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263640" y="21762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Win32 wrapper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63640" y="245059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DPAPI (flutter_secure_storage)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971800"/>
            <a:ext cx="539496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34107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GTK wrapper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685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libsecret (flutter_secure_storage)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80760" y="2971800"/>
            <a:ext cx="539496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341071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(Flutter Web)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368503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fallback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4206240"/>
            <a:ext cx="539496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" y="46451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UIKit wrapper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4919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Keychain (flutter_secure_storage)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80760" y="4206240"/>
            <a:ext cx="5394960" cy="109728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63640" y="42976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63640" y="464515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wrapper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63640" y="4919472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Keystore (flutter_secure_storage)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Flow &amp; Navigation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14400"/>
            <a:ext cx="114300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14400"/>
            <a:ext cx="73152" cy="105156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97840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97840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 mascot animation + branding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035040" y="2011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03120"/>
            <a:ext cx="114300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103120"/>
            <a:ext cx="73152" cy="1051560"/>
          </a:xfrm>
          <a:prstGeom prst="rect">
            <a:avLst/>
          </a:prstGeom>
          <a:solidFill>
            <a:srgbClr val="F0906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16712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/welcome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743200" y="216712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 / Login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256032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Google, Apple, or email login — Supabase Auth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035040" y="32004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291840"/>
            <a:ext cx="114300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3291840"/>
            <a:ext cx="73152" cy="1051560"/>
          </a:xfrm>
          <a:prstGeom prst="rect">
            <a:avLst/>
          </a:prstGeom>
          <a:solidFill>
            <a:srgbClr val="8957E5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5584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/onboarding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743200" y="335584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957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8-Step Onboarding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37490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keys · Pick providers · Select models · Configure preferences · Optional sync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035040" y="43891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4480560"/>
            <a:ext cx="11430000" cy="105156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480560"/>
            <a:ext cx="73152" cy="1051560"/>
          </a:xfrm>
          <a:prstGeom prst="rect">
            <a:avLst/>
          </a:prstGeom>
          <a:solidFill>
            <a:srgbClr val="2EA04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54456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/chat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743200" y="4544568"/>
            <a:ext cx="8869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40080" y="49377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Sidebar, projects, model selector, + connectors, markdown rendering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713232"/>
            <a:ext cx="11430000" cy="0"/>
          </a:xfrm>
          <a:prstGeom prst="line">
            <a:avLst/>
          </a:prstGeom>
          <a:noFill/>
          <a:ln w="19050">
            <a:solidFill>
              <a:srgbClr val="E07B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68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868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941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Cross-Platform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1298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targeting 6 platforms: macOS, Windows, Linux, Web, iOS, Android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80760" y="868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080760" y="868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941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API Integration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263640" y="1298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AI provider clients with streaming, error handling, and model enumeration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2011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011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84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Security-First Design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2441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OS-level key encryption, no server proxying, explicit runtime permission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80760" y="2011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2011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2084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State Management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263640" y="2441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Riverpod 2 with clean provider/consumer separation and async data patterns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154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154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 Architecture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3584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+ menu system with typed message attachment model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80760" y="3154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3154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3227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UI Engineering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263640" y="3584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Lottie animations, Shimmer loading, custom cream/orange design system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65760" y="4297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4297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Decoupling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4727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FastAPI/Railway backend behind dart-define flags — opt-in, not default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80760" y="4297680"/>
            <a:ext cx="5394960" cy="1005840"/>
          </a:xfrm>
          <a:prstGeom prst="rect">
            <a:avLst/>
          </a:prstGeom>
          <a:solidFill>
            <a:srgbClr val="161B22"/>
          </a:solidFill>
          <a:ln w="6350">
            <a:solidFill>
              <a:srgbClr val="E07B3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80760" y="4297680"/>
            <a:ext cx="54864" cy="1005840"/>
          </a:xfrm>
          <a:prstGeom prst="rect">
            <a:avLst/>
          </a:prstGeom>
          <a:solidFill>
            <a:srgbClr val="E07B39"/>
          </a:solidFill>
          <a:ln/>
        </p:spPr>
      </p:sp>
      <p:sp>
        <p:nvSpPr>
          <p:cNvPr id="35" name="Text 33"/>
          <p:cNvSpPr/>
          <p:nvPr/>
        </p:nvSpPr>
        <p:spPr>
          <a:xfrm>
            <a:off x="6263640" y="43708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07B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Integration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6263640" y="472744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database schema design, optional sync with explicit security boundaries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2026-06-09T20:14:17Z</dcterms:created>
  <dcterms:modified xsi:type="dcterms:W3CDTF">2026-06-09T20:14:17Z</dcterms:modified>
</cp:coreProperties>
</file>